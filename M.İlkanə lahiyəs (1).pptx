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Poppins" charset="1" panose="00000500000000000000"/>
      <p:regular r:id="rId14"/>
    </p:embeddedFont>
    <p:embeddedFont>
      <p:font typeface="Garet Bold" charset="1" panose="00000000000000000000"/>
      <p:regular r:id="rId15"/>
    </p:embeddedFont>
    <p:embeddedFont>
      <p:font typeface="Garet" charset="1" panose="000000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jpe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0.png" Type="http://schemas.openxmlformats.org/officeDocument/2006/relationships/image"/><Relationship Id="rId9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0.png" Type="http://schemas.openxmlformats.org/officeDocument/2006/relationships/image"/><Relationship Id="rId7" Target="../media/image1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jpeg" Type="http://schemas.openxmlformats.org/officeDocument/2006/relationships/image"/><Relationship Id="rId11" Target="../media/image17.jpeg" Type="http://schemas.openxmlformats.org/officeDocument/2006/relationships/image"/><Relationship Id="rId12" Target="../media/VAHYeYN7T2Y.mp4" Type="http://schemas.openxmlformats.org/officeDocument/2006/relationships/video"/><Relationship Id="rId13" Target="../media/VAHYeYN7T2Y.mp4" Type="http://schemas.microsoft.com/office/2007/relationships/media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8.jpeg" Type="http://schemas.openxmlformats.org/officeDocument/2006/relationships/image"/><Relationship Id="rId7" Target="../media/VAHYeuIJIgc.mp4" Type="http://schemas.openxmlformats.org/officeDocument/2006/relationships/video"/><Relationship Id="rId8" Target="../media/VAHYeuIJIgc.mp4" Type="http://schemas.microsoft.com/office/2007/relationships/media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9.jpeg" Type="http://schemas.openxmlformats.org/officeDocument/2006/relationships/image"/><Relationship Id="rId7" Target="../media/VAHYetsNNRQ.mp4" Type="http://schemas.openxmlformats.org/officeDocument/2006/relationships/video"/><Relationship Id="rId8" Target="../media/VAHYetsNNRQ.mp4" Type="http://schemas.microsoft.com/office/2007/relationships/media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0.jpeg" Type="http://schemas.openxmlformats.org/officeDocument/2006/relationships/image"/><Relationship Id="rId7" Target="../media/VAHYekDUK-s.mp4" Type="http://schemas.openxmlformats.org/officeDocument/2006/relationships/video"/><Relationship Id="rId8" Target="../media/VAHYekDUK-s.mp4" Type="http://schemas.microsoft.com/office/2007/relationships/media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56" t="0" r="-2479" b="-1848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611490">
            <a:off x="15801640" y="-1135937"/>
            <a:ext cx="4404437" cy="5655778"/>
          </a:xfrm>
          <a:custGeom>
            <a:avLst/>
            <a:gdLst/>
            <a:ahLst/>
            <a:cxnLst/>
            <a:rect r="r" b="b" t="t" l="l"/>
            <a:pathLst>
              <a:path h="5655778" w="4404437">
                <a:moveTo>
                  <a:pt x="0" y="0"/>
                </a:moveTo>
                <a:lnTo>
                  <a:pt x="4404437" y="0"/>
                </a:lnTo>
                <a:lnTo>
                  <a:pt x="4404437" y="5655778"/>
                </a:lnTo>
                <a:lnTo>
                  <a:pt x="0" y="56557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998318" y="9036632"/>
            <a:ext cx="555524" cy="558571"/>
          </a:xfrm>
          <a:custGeom>
            <a:avLst/>
            <a:gdLst/>
            <a:ahLst/>
            <a:cxnLst/>
            <a:rect r="r" b="b" t="t" l="l"/>
            <a:pathLst>
              <a:path h="558571" w="555524">
                <a:moveTo>
                  <a:pt x="555524" y="0"/>
                </a:moveTo>
                <a:lnTo>
                  <a:pt x="0" y="0"/>
                </a:lnTo>
                <a:lnTo>
                  <a:pt x="0" y="558571"/>
                </a:lnTo>
                <a:lnTo>
                  <a:pt x="555524" y="558571"/>
                </a:lnTo>
                <a:lnTo>
                  <a:pt x="5555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551518" y="9036632"/>
            <a:ext cx="555524" cy="558571"/>
          </a:xfrm>
          <a:custGeom>
            <a:avLst/>
            <a:gdLst/>
            <a:ahLst/>
            <a:cxnLst/>
            <a:rect r="r" b="b" t="t" l="l"/>
            <a:pathLst>
              <a:path h="558571" w="555524">
                <a:moveTo>
                  <a:pt x="555524" y="0"/>
                </a:moveTo>
                <a:lnTo>
                  <a:pt x="0" y="0"/>
                </a:lnTo>
                <a:lnTo>
                  <a:pt x="0" y="558571"/>
                </a:lnTo>
                <a:lnTo>
                  <a:pt x="555524" y="558571"/>
                </a:lnTo>
                <a:lnTo>
                  <a:pt x="5555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7384997">
            <a:off x="-1621240" y="-1135937"/>
            <a:ext cx="4404437" cy="5655778"/>
          </a:xfrm>
          <a:custGeom>
            <a:avLst/>
            <a:gdLst/>
            <a:ahLst/>
            <a:cxnLst/>
            <a:rect r="r" b="b" t="t" l="l"/>
            <a:pathLst>
              <a:path h="5655778" w="4404437">
                <a:moveTo>
                  <a:pt x="0" y="0"/>
                </a:moveTo>
                <a:lnTo>
                  <a:pt x="4404436" y="0"/>
                </a:lnTo>
                <a:lnTo>
                  <a:pt x="4404436" y="5655778"/>
                </a:lnTo>
                <a:lnTo>
                  <a:pt x="0" y="56557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719253" y="4452336"/>
            <a:ext cx="3413689" cy="3618510"/>
          </a:xfrm>
          <a:custGeom>
            <a:avLst/>
            <a:gdLst/>
            <a:ahLst/>
            <a:cxnLst/>
            <a:rect r="r" b="b" t="t" l="l"/>
            <a:pathLst>
              <a:path h="3618510" w="3413689">
                <a:moveTo>
                  <a:pt x="0" y="0"/>
                </a:moveTo>
                <a:lnTo>
                  <a:pt x="3413689" y="0"/>
                </a:lnTo>
                <a:lnTo>
                  <a:pt x="3413689" y="3618510"/>
                </a:lnTo>
                <a:lnTo>
                  <a:pt x="0" y="36185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00863" y="8187889"/>
            <a:ext cx="1833134" cy="1833134"/>
          </a:xfrm>
          <a:custGeom>
            <a:avLst/>
            <a:gdLst/>
            <a:ahLst/>
            <a:cxnLst/>
            <a:rect r="r" b="b" t="t" l="l"/>
            <a:pathLst>
              <a:path h="1833134" w="1833134">
                <a:moveTo>
                  <a:pt x="0" y="0"/>
                </a:moveTo>
                <a:lnTo>
                  <a:pt x="1833133" y="0"/>
                </a:lnTo>
                <a:lnTo>
                  <a:pt x="1833133" y="1833133"/>
                </a:lnTo>
                <a:lnTo>
                  <a:pt x="0" y="183313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5400000">
            <a:off x="16912965" y="5491807"/>
            <a:ext cx="1281112" cy="258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9"/>
              </a:lnSpc>
              <a:spcBef>
                <a:spcPct val="0"/>
              </a:spcBef>
            </a:pPr>
            <a:r>
              <a:rPr lang="en-US" sz="1449">
                <a:solidFill>
                  <a:srgbClr val="FEF0E1">
                    <a:alpha val="78824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page 01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023189" y="289248"/>
            <a:ext cx="12672072" cy="1402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35"/>
              </a:lnSpc>
              <a:spcBef>
                <a:spcPct val="0"/>
              </a:spcBef>
            </a:pPr>
            <a:r>
              <a:rPr lang="en-US" b="true" sz="4025">
                <a:solidFill>
                  <a:srgbClr val="F6E0F5"/>
                </a:solidFill>
                <a:latin typeface="Garet Bold"/>
                <a:ea typeface="Garet Bold"/>
                <a:cs typeface="Garet Bold"/>
                <a:sym typeface="Garet Bold"/>
              </a:rPr>
              <a:t>Azərbaycan Respublikası Elm və Təhsil Nazirliyi Sumqayıt Dövlət Universiteti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061462" y="2110080"/>
            <a:ext cx="7530971" cy="4151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1"/>
              </a:lnSpc>
            </a:pPr>
            <a:r>
              <a:rPr lang="en-US" sz="2936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Fakültə: Təbiət elmləri və riyaziyyat </a:t>
            </a:r>
          </a:p>
          <a:p>
            <a:pPr algn="l">
              <a:lnSpc>
                <a:spcPts val="4111"/>
              </a:lnSpc>
            </a:pPr>
            <a:r>
              <a:rPr lang="en-US" sz="2936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Kafedra:Riyaziyyat </a:t>
            </a:r>
          </a:p>
          <a:p>
            <a:pPr algn="l">
              <a:lnSpc>
                <a:spcPts val="4111"/>
              </a:lnSpc>
            </a:pPr>
            <a:r>
              <a:rPr lang="en-US" sz="2936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İxtisas: İnformatika müəllimliyi</a:t>
            </a:r>
          </a:p>
          <a:p>
            <a:pPr algn="l">
              <a:lnSpc>
                <a:spcPts val="4111"/>
              </a:lnSpc>
            </a:pPr>
            <a:r>
              <a:rPr lang="en-US" sz="2936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 Fənn: İnternet texnologiyaları</a:t>
            </a:r>
          </a:p>
          <a:p>
            <a:pPr algn="l">
              <a:lnSpc>
                <a:spcPts val="4111"/>
              </a:lnSpc>
            </a:pPr>
            <a:r>
              <a:rPr lang="en-US" sz="2936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 Kurs: III</a:t>
            </a:r>
          </a:p>
          <a:p>
            <a:pPr algn="l">
              <a:lnSpc>
                <a:spcPts val="4111"/>
              </a:lnSpc>
            </a:pPr>
            <a:r>
              <a:rPr lang="en-US" sz="2936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 Qrup: 474-İM</a:t>
            </a:r>
          </a:p>
          <a:p>
            <a:pPr algn="l">
              <a:lnSpc>
                <a:spcPts val="4111"/>
              </a:lnSpc>
            </a:pPr>
            <a:r>
              <a:rPr lang="en-US" sz="2936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 Müəllim:  Cəfərova Şəlalə </a:t>
            </a:r>
          </a:p>
          <a:p>
            <a:pPr algn="l">
              <a:lnSpc>
                <a:spcPts val="4111"/>
              </a:lnSpc>
              <a:spcBef>
                <a:spcPct val="0"/>
              </a:spcBef>
            </a:pPr>
            <a:r>
              <a:rPr lang="en-US" sz="2936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Tələbə: Məhərrəmzadə İlkanə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258" t="-5555" r="-24931" b="-7243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57346" y="1320942"/>
            <a:ext cx="2410884" cy="608841"/>
            <a:chOff x="0" y="0"/>
            <a:chExt cx="1609259" cy="406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09259" cy="406400"/>
            </a:xfrm>
            <a:custGeom>
              <a:avLst/>
              <a:gdLst/>
              <a:ahLst/>
              <a:cxnLst/>
              <a:rect r="r" b="b" t="t" l="l"/>
              <a:pathLst>
                <a:path h="406400" w="1609259">
                  <a:moveTo>
                    <a:pt x="1406059" y="0"/>
                  </a:moveTo>
                  <a:cubicBezTo>
                    <a:pt x="1518283" y="0"/>
                    <a:pt x="1609259" y="90976"/>
                    <a:pt x="1609259" y="203200"/>
                  </a:cubicBezTo>
                  <a:cubicBezTo>
                    <a:pt x="1609259" y="315424"/>
                    <a:pt x="1518283" y="406400"/>
                    <a:pt x="140605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19050" cap="sq">
              <a:gradFill>
                <a:gsLst>
                  <a:gs pos="0">
                    <a:srgbClr val="92A6DD">
                      <a:alpha val="100000"/>
                    </a:srgbClr>
                  </a:gs>
                  <a:gs pos="100000">
                    <a:srgbClr val="DF96DA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47625"/>
              <a:ext cx="1609259" cy="358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5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2183524" y="4458803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6552500" y="7306913"/>
            <a:ext cx="555524" cy="558571"/>
          </a:xfrm>
          <a:custGeom>
            <a:avLst/>
            <a:gdLst/>
            <a:ahLst/>
            <a:cxnLst/>
            <a:rect r="r" b="b" t="t" l="l"/>
            <a:pathLst>
              <a:path h="558571" w="555524">
                <a:moveTo>
                  <a:pt x="555524" y="0"/>
                </a:moveTo>
                <a:lnTo>
                  <a:pt x="0" y="0"/>
                </a:lnTo>
                <a:lnTo>
                  <a:pt x="0" y="558571"/>
                </a:lnTo>
                <a:lnTo>
                  <a:pt x="555524" y="558571"/>
                </a:lnTo>
                <a:lnTo>
                  <a:pt x="5555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7105700" y="7306913"/>
            <a:ext cx="555524" cy="558571"/>
          </a:xfrm>
          <a:custGeom>
            <a:avLst/>
            <a:gdLst/>
            <a:ahLst/>
            <a:cxnLst/>
            <a:rect r="r" b="b" t="t" l="l"/>
            <a:pathLst>
              <a:path h="558571" w="555524">
                <a:moveTo>
                  <a:pt x="555523" y="0"/>
                </a:moveTo>
                <a:lnTo>
                  <a:pt x="0" y="0"/>
                </a:lnTo>
                <a:lnTo>
                  <a:pt x="0" y="558571"/>
                </a:lnTo>
                <a:lnTo>
                  <a:pt x="555523" y="558571"/>
                </a:lnTo>
                <a:lnTo>
                  <a:pt x="55552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81827" y="3081466"/>
            <a:ext cx="1193201" cy="945883"/>
          </a:xfrm>
          <a:custGeom>
            <a:avLst/>
            <a:gdLst/>
            <a:ahLst/>
            <a:cxnLst/>
            <a:rect r="r" b="b" t="t" l="l"/>
            <a:pathLst>
              <a:path h="945883" w="1193201">
                <a:moveTo>
                  <a:pt x="0" y="0"/>
                </a:moveTo>
                <a:lnTo>
                  <a:pt x="1193202" y="0"/>
                </a:lnTo>
                <a:lnTo>
                  <a:pt x="1193202" y="945884"/>
                </a:lnTo>
                <a:lnTo>
                  <a:pt x="0" y="9458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015874" y="830098"/>
            <a:ext cx="1628775" cy="1628775"/>
          </a:xfrm>
          <a:custGeom>
            <a:avLst/>
            <a:gdLst/>
            <a:ahLst/>
            <a:cxnLst/>
            <a:rect r="r" b="b" t="t" l="l"/>
            <a:pathLst>
              <a:path h="1628775" w="1628775">
                <a:moveTo>
                  <a:pt x="0" y="0"/>
                </a:moveTo>
                <a:lnTo>
                  <a:pt x="1628775" y="0"/>
                </a:lnTo>
                <a:lnTo>
                  <a:pt x="162877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003492" y="3138588"/>
            <a:ext cx="12281016" cy="2545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57"/>
              </a:lnSpc>
              <a:spcBef>
                <a:spcPct val="0"/>
              </a:spcBef>
            </a:pPr>
            <a:r>
              <a:rPr lang="en-US" sz="4826" b="true">
                <a:solidFill>
                  <a:srgbClr val="F6E0F5"/>
                </a:solidFill>
                <a:latin typeface="Garet Bold"/>
                <a:ea typeface="Garet Bold"/>
                <a:cs typeface="Garet Bold"/>
                <a:sym typeface="Garet Bold"/>
              </a:rPr>
              <a:t>Mövzu:Instagram-a aparan hiperlinkləri olan mətndən ibarət səhifə fraqmentini tərtib edin.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1451668" y="6740450"/>
            <a:ext cx="2041149" cy="2041149"/>
          </a:xfrm>
          <a:custGeom>
            <a:avLst/>
            <a:gdLst/>
            <a:ahLst/>
            <a:cxnLst/>
            <a:rect r="r" b="b" t="t" l="l"/>
            <a:pathLst>
              <a:path h="2041149" w="2041149">
                <a:moveTo>
                  <a:pt x="0" y="0"/>
                </a:moveTo>
                <a:lnTo>
                  <a:pt x="2041149" y="0"/>
                </a:lnTo>
                <a:lnTo>
                  <a:pt x="2041149" y="2041149"/>
                </a:lnTo>
                <a:lnTo>
                  <a:pt x="0" y="204114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581827" y="1507692"/>
            <a:ext cx="2386403" cy="254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5"/>
              </a:lnSpc>
              <a:spcBef>
                <a:spcPct val="0"/>
              </a:spcBef>
            </a:pPr>
            <a:r>
              <a:rPr lang="en-US" sz="1603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STUDIO SHODWE</a:t>
            </a:r>
          </a:p>
        </p:txBody>
      </p:sp>
      <p:sp>
        <p:nvSpPr>
          <p:cNvPr name="TextBox 14" id="14"/>
          <p:cNvSpPr txBox="true"/>
          <p:nvPr/>
        </p:nvSpPr>
        <p:spPr>
          <a:xfrm rot="5400000">
            <a:off x="16912965" y="4065737"/>
            <a:ext cx="1281112" cy="258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9"/>
              </a:lnSpc>
              <a:spcBef>
                <a:spcPct val="0"/>
              </a:spcBef>
            </a:pPr>
            <a:r>
              <a:rPr lang="en-US" sz="1449">
                <a:solidFill>
                  <a:srgbClr val="FEF0E1">
                    <a:alpha val="78824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page 02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35258" t="-5555" r="-24931" b="-7243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761076" y="5582494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8229600" y="0"/>
                </a:moveTo>
                <a:lnTo>
                  <a:pt x="0" y="0"/>
                </a:lnTo>
                <a:lnTo>
                  <a:pt x="0" y="8229600"/>
                </a:lnTo>
                <a:lnTo>
                  <a:pt x="8229600" y="8229600"/>
                </a:lnTo>
                <a:lnTo>
                  <a:pt x="822960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552500" y="7306913"/>
            <a:ext cx="555524" cy="558571"/>
          </a:xfrm>
          <a:custGeom>
            <a:avLst/>
            <a:gdLst/>
            <a:ahLst/>
            <a:cxnLst/>
            <a:rect r="r" b="b" t="t" l="l"/>
            <a:pathLst>
              <a:path h="558571" w="555524">
                <a:moveTo>
                  <a:pt x="555524" y="0"/>
                </a:moveTo>
                <a:lnTo>
                  <a:pt x="0" y="0"/>
                </a:lnTo>
                <a:lnTo>
                  <a:pt x="0" y="558571"/>
                </a:lnTo>
                <a:lnTo>
                  <a:pt x="555524" y="558571"/>
                </a:lnTo>
                <a:lnTo>
                  <a:pt x="5555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7105700" y="7306913"/>
            <a:ext cx="555524" cy="558571"/>
          </a:xfrm>
          <a:custGeom>
            <a:avLst/>
            <a:gdLst/>
            <a:ahLst/>
            <a:cxnLst/>
            <a:rect r="r" b="b" t="t" l="l"/>
            <a:pathLst>
              <a:path h="558571" w="555524">
                <a:moveTo>
                  <a:pt x="555523" y="0"/>
                </a:moveTo>
                <a:lnTo>
                  <a:pt x="0" y="0"/>
                </a:lnTo>
                <a:lnTo>
                  <a:pt x="0" y="558571"/>
                </a:lnTo>
                <a:lnTo>
                  <a:pt x="555523" y="558571"/>
                </a:lnTo>
                <a:lnTo>
                  <a:pt x="55552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015874" y="830098"/>
            <a:ext cx="1628775" cy="1628775"/>
          </a:xfrm>
          <a:custGeom>
            <a:avLst/>
            <a:gdLst/>
            <a:ahLst/>
            <a:cxnLst/>
            <a:rect r="r" b="b" t="t" l="l"/>
            <a:pathLst>
              <a:path h="1628775" w="1628775">
                <a:moveTo>
                  <a:pt x="0" y="0"/>
                </a:moveTo>
                <a:lnTo>
                  <a:pt x="1628775" y="0"/>
                </a:lnTo>
                <a:lnTo>
                  <a:pt x="162877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32882" y="137002"/>
            <a:ext cx="4821289" cy="4821289"/>
          </a:xfrm>
          <a:custGeom>
            <a:avLst/>
            <a:gdLst/>
            <a:ahLst/>
            <a:cxnLst/>
            <a:rect r="r" b="b" t="t" l="l"/>
            <a:pathLst>
              <a:path h="4821289" w="4821289">
                <a:moveTo>
                  <a:pt x="0" y="0"/>
                </a:moveTo>
                <a:lnTo>
                  <a:pt x="4821288" y="0"/>
                </a:lnTo>
                <a:lnTo>
                  <a:pt x="4821288" y="4821289"/>
                </a:lnTo>
                <a:lnTo>
                  <a:pt x="0" y="482128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887793" y="3180623"/>
            <a:ext cx="6512414" cy="1358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94"/>
              </a:lnSpc>
              <a:spcBef>
                <a:spcPct val="0"/>
              </a:spcBef>
            </a:pPr>
            <a:r>
              <a:rPr lang="en-US" b="true" sz="7996">
                <a:solidFill>
                  <a:srgbClr val="F6E0F5"/>
                </a:solidFill>
                <a:latin typeface="Garet Bold"/>
                <a:ea typeface="Garet Bold"/>
                <a:cs typeface="Garet Bold"/>
                <a:sym typeface="Garet Bold"/>
              </a:rPr>
              <a:t>məqsədi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968230" y="4910666"/>
            <a:ext cx="11850553" cy="2089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5"/>
              </a:lnSpc>
              <a:spcBef>
                <a:spcPct val="0"/>
              </a:spcBef>
            </a:pPr>
            <a:r>
              <a:rPr lang="en-US" sz="2996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Bu layihənin məqsədi HTML və CSS vasitəsilə Instagram mövzusunda sadə, rəngarəng və istifadəsi asan veb-səhifə yaratmaqdır. Səhifədə Instagram loqosu, məlumatlandırıcı mətn və keçidlər yerləşdirilmişdir.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996116" y="2192580"/>
            <a:ext cx="6863066" cy="1433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97"/>
              </a:lnSpc>
              <a:spcBef>
                <a:spcPct val="0"/>
              </a:spcBef>
            </a:pPr>
            <a:r>
              <a:rPr lang="en-US" b="true" sz="8426">
                <a:solidFill>
                  <a:srgbClr val="A280EC"/>
                </a:solidFill>
                <a:latin typeface="Garet Bold"/>
                <a:ea typeface="Garet Bold"/>
                <a:cs typeface="Garet Bold"/>
                <a:sym typeface="Garet Bold"/>
              </a:rPr>
              <a:t>Layihənin </a:t>
            </a:r>
          </a:p>
        </p:txBody>
      </p:sp>
      <p:sp>
        <p:nvSpPr>
          <p:cNvPr name="TextBox 11" id="11"/>
          <p:cNvSpPr txBox="true"/>
          <p:nvPr/>
        </p:nvSpPr>
        <p:spPr>
          <a:xfrm rot="5400000">
            <a:off x="16912965" y="5491807"/>
            <a:ext cx="1281112" cy="258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9"/>
              </a:lnSpc>
              <a:spcBef>
                <a:spcPct val="0"/>
              </a:spcBef>
            </a:pPr>
            <a:r>
              <a:rPr lang="en-US" sz="1449">
                <a:solidFill>
                  <a:srgbClr val="FEF0E1">
                    <a:alpha val="78824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page 03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258" t="-5555" r="-24931" b="-7243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015874" y="830098"/>
            <a:ext cx="1628775" cy="1628775"/>
          </a:xfrm>
          <a:custGeom>
            <a:avLst/>
            <a:gdLst/>
            <a:ahLst/>
            <a:cxnLst/>
            <a:rect r="r" b="b" t="t" l="l"/>
            <a:pathLst>
              <a:path h="1628775" w="1628775">
                <a:moveTo>
                  <a:pt x="0" y="0"/>
                </a:moveTo>
                <a:lnTo>
                  <a:pt x="1628775" y="0"/>
                </a:lnTo>
                <a:lnTo>
                  <a:pt x="162877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552500" y="7306913"/>
            <a:ext cx="555524" cy="558571"/>
          </a:xfrm>
          <a:custGeom>
            <a:avLst/>
            <a:gdLst/>
            <a:ahLst/>
            <a:cxnLst/>
            <a:rect r="r" b="b" t="t" l="l"/>
            <a:pathLst>
              <a:path h="558571" w="555524">
                <a:moveTo>
                  <a:pt x="555524" y="0"/>
                </a:moveTo>
                <a:lnTo>
                  <a:pt x="0" y="0"/>
                </a:lnTo>
                <a:lnTo>
                  <a:pt x="0" y="558571"/>
                </a:lnTo>
                <a:lnTo>
                  <a:pt x="555524" y="558571"/>
                </a:lnTo>
                <a:lnTo>
                  <a:pt x="5555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7105700" y="7306913"/>
            <a:ext cx="555524" cy="558571"/>
          </a:xfrm>
          <a:custGeom>
            <a:avLst/>
            <a:gdLst/>
            <a:ahLst/>
            <a:cxnLst/>
            <a:rect r="r" b="b" t="t" l="l"/>
            <a:pathLst>
              <a:path h="558571" w="555524">
                <a:moveTo>
                  <a:pt x="555523" y="0"/>
                </a:moveTo>
                <a:lnTo>
                  <a:pt x="0" y="0"/>
                </a:lnTo>
                <a:lnTo>
                  <a:pt x="0" y="558571"/>
                </a:lnTo>
                <a:lnTo>
                  <a:pt x="555523" y="558571"/>
                </a:lnTo>
                <a:lnTo>
                  <a:pt x="55552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493520" y="-432037"/>
            <a:ext cx="3291840" cy="4114800"/>
          </a:xfrm>
          <a:custGeom>
            <a:avLst/>
            <a:gdLst/>
            <a:ahLst/>
            <a:cxnLst/>
            <a:rect r="r" b="b" t="t" l="l"/>
            <a:pathLst>
              <a:path h="4114800" w="3291840">
                <a:moveTo>
                  <a:pt x="0" y="0"/>
                </a:moveTo>
                <a:lnTo>
                  <a:pt x="3291840" y="0"/>
                </a:lnTo>
                <a:lnTo>
                  <a:pt x="32918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05342" y="2915819"/>
            <a:ext cx="1152525" cy="1152525"/>
          </a:xfrm>
          <a:custGeom>
            <a:avLst/>
            <a:gdLst/>
            <a:ahLst/>
            <a:cxnLst/>
            <a:rect r="r" b="b" t="t" l="l"/>
            <a:pathLst>
              <a:path h="1152525" w="1152525">
                <a:moveTo>
                  <a:pt x="0" y="0"/>
                </a:moveTo>
                <a:lnTo>
                  <a:pt x="1152525" y="0"/>
                </a:lnTo>
                <a:lnTo>
                  <a:pt x="1152525" y="1152525"/>
                </a:lnTo>
                <a:lnTo>
                  <a:pt x="0" y="11525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3036214" y="4175097"/>
            <a:ext cx="7418646" cy="4172988"/>
          </a:xfrm>
          <a:custGeom>
            <a:avLst/>
            <a:gdLst/>
            <a:ahLst/>
            <a:cxnLst/>
            <a:rect r="r" b="b" t="t" l="l"/>
            <a:pathLst>
              <a:path h="4172988" w="7418646">
                <a:moveTo>
                  <a:pt x="0" y="0"/>
                </a:moveTo>
                <a:lnTo>
                  <a:pt x="7418646" y="0"/>
                </a:lnTo>
                <a:lnTo>
                  <a:pt x="7418646" y="4172988"/>
                </a:lnTo>
                <a:lnTo>
                  <a:pt x="0" y="417298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pic>
        <p:nvPicPr>
          <p:cNvPr name="Picture 9" id="9">
            <a:hlinkClick action="ppaction://media"/>
          </p:cNvPr>
          <p:cNvPicPr>
            <a:picLocks noChangeAspect="true"/>
          </p:cNvPicPr>
          <p:nvPr>
            <a:videoFile r:link="rId12"/>
            <p:extLst>
              <p:ext uri="{DAA4B4D4-6D71-4841-9C94-3DE7FCFB9230}">
                <p14:media xmlns:p14="http://schemas.microsoft.com/office/powerpoint/2010/main" r:embed="rId13">
                  <p14:trim st="4550.0000" end="0.0000"/>
                </p14:media>
              </p:ext>
            </p:extLst>
          </p:nvPr>
        </p:nvPicPr>
        <p:blipFill>
          <a:blip r:embed="rId11"/>
          <a:srcRect l="0" t="0" r="0" b="0"/>
          <a:stretch>
            <a:fillRect/>
          </a:stretch>
        </p:blipFill>
        <p:spPr>
          <a:xfrm flipH="false" flipV="false" rot="0">
            <a:off x="4137339" y="2300180"/>
            <a:ext cx="11807484" cy="664171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5400000">
            <a:off x="16912965" y="5491807"/>
            <a:ext cx="1281112" cy="258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9"/>
              </a:lnSpc>
              <a:spcBef>
                <a:spcPct val="0"/>
              </a:spcBef>
            </a:pPr>
            <a:r>
              <a:rPr lang="en-US" sz="1449">
                <a:solidFill>
                  <a:srgbClr val="FEF0E1">
                    <a:alpha val="78824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page 04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98320" y="1197151"/>
            <a:ext cx="9817642" cy="979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0"/>
              </a:lnSpc>
              <a:spcBef>
                <a:spcPct val="0"/>
              </a:spcBef>
            </a:pPr>
            <a:r>
              <a:rPr lang="en-US" sz="5692" b="true">
                <a:solidFill>
                  <a:srgbClr val="F6E0F5"/>
                </a:solidFill>
                <a:latin typeface="Garet Bold"/>
                <a:ea typeface="Garet Bold"/>
                <a:cs typeface="Garet Bold"/>
                <a:sym typeface="Garet Bold"/>
              </a:rPr>
              <a:t>proqramının yüklənməsi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98320" y="109122"/>
            <a:ext cx="9084865" cy="1202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43"/>
              </a:lnSpc>
              <a:spcBef>
                <a:spcPct val="0"/>
              </a:spcBef>
            </a:pPr>
            <a:r>
              <a:rPr lang="en-US" sz="7031" b="true">
                <a:solidFill>
                  <a:srgbClr val="A280EC"/>
                </a:solidFill>
                <a:latin typeface="Garet Bold"/>
                <a:ea typeface="Garet Bold"/>
                <a:cs typeface="Garet Bold"/>
                <a:sym typeface="Garet Bold"/>
              </a:rPr>
              <a:t>Visual Studio Code 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35258" t="-5555" r="-24931" b="-7243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015874" y="830098"/>
            <a:ext cx="1628775" cy="1628775"/>
          </a:xfrm>
          <a:custGeom>
            <a:avLst/>
            <a:gdLst/>
            <a:ahLst/>
            <a:cxnLst/>
            <a:rect r="r" b="b" t="t" l="l"/>
            <a:pathLst>
              <a:path h="1628775" w="1628775">
                <a:moveTo>
                  <a:pt x="0" y="0"/>
                </a:moveTo>
                <a:lnTo>
                  <a:pt x="1628775" y="0"/>
                </a:lnTo>
                <a:lnTo>
                  <a:pt x="162877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552500" y="7306913"/>
            <a:ext cx="555524" cy="558571"/>
          </a:xfrm>
          <a:custGeom>
            <a:avLst/>
            <a:gdLst/>
            <a:ahLst/>
            <a:cxnLst/>
            <a:rect r="r" b="b" t="t" l="l"/>
            <a:pathLst>
              <a:path h="558571" w="555524">
                <a:moveTo>
                  <a:pt x="555524" y="0"/>
                </a:moveTo>
                <a:lnTo>
                  <a:pt x="0" y="0"/>
                </a:lnTo>
                <a:lnTo>
                  <a:pt x="0" y="558571"/>
                </a:lnTo>
                <a:lnTo>
                  <a:pt x="555524" y="558571"/>
                </a:lnTo>
                <a:lnTo>
                  <a:pt x="5555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7105700" y="7306913"/>
            <a:ext cx="555524" cy="558571"/>
          </a:xfrm>
          <a:custGeom>
            <a:avLst/>
            <a:gdLst/>
            <a:ahLst/>
            <a:cxnLst/>
            <a:rect r="r" b="b" t="t" l="l"/>
            <a:pathLst>
              <a:path h="558571" w="555524">
                <a:moveTo>
                  <a:pt x="555523" y="0"/>
                </a:moveTo>
                <a:lnTo>
                  <a:pt x="0" y="0"/>
                </a:lnTo>
                <a:lnTo>
                  <a:pt x="0" y="558571"/>
                </a:lnTo>
                <a:lnTo>
                  <a:pt x="555523" y="558571"/>
                </a:lnTo>
                <a:lnTo>
                  <a:pt x="55552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6" id="6">
            <a:hlinkClick action="ppaction://media"/>
          </p:cNvPr>
          <p:cNvPicPr>
            <a:picLocks noChangeAspect="true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8">
                  <p14:trim st="2070.0000" end="0.0000"/>
                </p14:media>
              </p:ext>
            </p:extLst>
          </p:nvPr>
        </p:nvPicPr>
        <p:blipFill>
          <a:blip r:embed="rId6"/>
          <a:srcRect l="0" t="0" r="0" b="0"/>
          <a:stretch>
            <a:fillRect/>
          </a:stretch>
        </p:blipFill>
        <p:spPr>
          <a:xfrm flipH="false" flipV="false" rot="0">
            <a:off x="3458252" y="2636960"/>
            <a:ext cx="11771272" cy="662134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5400000">
            <a:off x="16912965" y="5491807"/>
            <a:ext cx="1281112" cy="258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9"/>
              </a:lnSpc>
              <a:spcBef>
                <a:spcPct val="0"/>
              </a:spcBef>
            </a:pPr>
            <a:r>
              <a:rPr lang="en-US" sz="1449">
                <a:solidFill>
                  <a:srgbClr val="FEF0E1">
                    <a:alpha val="78824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page 05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11548" y="1306085"/>
            <a:ext cx="9018402" cy="940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83"/>
              </a:lnSpc>
              <a:spcBef>
                <a:spcPct val="0"/>
              </a:spcBef>
            </a:pPr>
            <a:r>
              <a:rPr lang="en-US" sz="5559" b="true">
                <a:solidFill>
                  <a:srgbClr val="F6E0F5"/>
                </a:solidFill>
                <a:latin typeface="Garet Bold"/>
                <a:ea typeface="Garet Bold"/>
                <a:cs typeface="Garet Bold"/>
                <a:sym typeface="Garet Bold"/>
              </a:rPr>
              <a:t>faylının yaradılması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75417" y="279680"/>
            <a:ext cx="7287237" cy="1121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88"/>
              </a:lnSpc>
              <a:spcBef>
                <a:spcPct val="0"/>
              </a:spcBef>
            </a:pPr>
            <a:r>
              <a:rPr lang="en-US" sz="6563" b="true">
                <a:solidFill>
                  <a:srgbClr val="A280EC"/>
                </a:solidFill>
                <a:latin typeface="Garet Bold"/>
                <a:ea typeface="Garet Bold"/>
                <a:cs typeface="Garet Bold"/>
                <a:sym typeface="Garet Bold"/>
              </a:rPr>
              <a:t>Yeni HTML 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258" t="-5555" r="-24931" b="-7243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015874" y="830098"/>
            <a:ext cx="1628775" cy="1628775"/>
          </a:xfrm>
          <a:custGeom>
            <a:avLst/>
            <a:gdLst/>
            <a:ahLst/>
            <a:cxnLst/>
            <a:rect r="r" b="b" t="t" l="l"/>
            <a:pathLst>
              <a:path h="1628775" w="1628775">
                <a:moveTo>
                  <a:pt x="0" y="0"/>
                </a:moveTo>
                <a:lnTo>
                  <a:pt x="1628775" y="0"/>
                </a:lnTo>
                <a:lnTo>
                  <a:pt x="162877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552500" y="7306913"/>
            <a:ext cx="555524" cy="558571"/>
          </a:xfrm>
          <a:custGeom>
            <a:avLst/>
            <a:gdLst/>
            <a:ahLst/>
            <a:cxnLst/>
            <a:rect r="r" b="b" t="t" l="l"/>
            <a:pathLst>
              <a:path h="558571" w="555524">
                <a:moveTo>
                  <a:pt x="555524" y="0"/>
                </a:moveTo>
                <a:lnTo>
                  <a:pt x="0" y="0"/>
                </a:lnTo>
                <a:lnTo>
                  <a:pt x="0" y="558571"/>
                </a:lnTo>
                <a:lnTo>
                  <a:pt x="555524" y="558571"/>
                </a:lnTo>
                <a:lnTo>
                  <a:pt x="5555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7105700" y="7306913"/>
            <a:ext cx="555524" cy="558571"/>
          </a:xfrm>
          <a:custGeom>
            <a:avLst/>
            <a:gdLst/>
            <a:ahLst/>
            <a:cxnLst/>
            <a:rect r="r" b="b" t="t" l="l"/>
            <a:pathLst>
              <a:path h="558571" w="555524">
                <a:moveTo>
                  <a:pt x="555523" y="0"/>
                </a:moveTo>
                <a:lnTo>
                  <a:pt x="0" y="0"/>
                </a:lnTo>
                <a:lnTo>
                  <a:pt x="0" y="558571"/>
                </a:lnTo>
                <a:lnTo>
                  <a:pt x="555523" y="558571"/>
                </a:lnTo>
                <a:lnTo>
                  <a:pt x="55552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6" id="6">
            <a:hlinkClick action="ppaction://media"/>
          </p:cNvPr>
          <p:cNvPicPr>
            <a:picLocks noChangeAspect="true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8">
                  <p14:trim st="17000.0000" end="16.6670"/>
                </p14:media>
              </p:ext>
            </p:extLst>
          </p:nvPr>
        </p:nvPicPr>
        <p:blipFill>
          <a:blip r:embed="rId6"/>
          <a:srcRect l="0" t="0" r="0" b="0"/>
          <a:stretch>
            <a:fillRect/>
          </a:stretch>
        </p:blipFill>
        <p:spPr>
          <a:xfrm flipH="false" flipV="false" rot="0">
            <a:off x="5486400" y="3383206"/>
            <a:ext cx="10234259" cy="5756771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5400000">
            <a:off x="16912965" y="5491807"/>
            <a:ext cx="1281112" cy="258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9"/>
              </a:lnSpc>
              <a:spcBef>
                <a:spcPct val="0"/>
              </a:spcBef>
            </a:pPr>
            <a:r>
              <a:rPr lang="en-US" sz="1449">
                <a:solidFill>
                  <a:srgbClr val="FEF0E1">
                    <a:alpha val="78824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page 06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15097" y="768118"/>
            <a:ext cx="8975861" cy="783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25"/>
              </a:lnSpc>
              <a:spcBef>
                <a:spcPct val="0"/>
              </a:spcBef>
            </a:pPr>
            <a:r>
              <a:rPr lang="en-US" sz="4589" b="true">
                <a:solidFill>
                  <a:srgbClr val="A280EC"/>
                </a:solidFill>
                <a:latin typeface="Garet Bold"/>
                <a:ea typeface="Garet Bold"/>
                <a:cs typeface="Garet Bold"/>
                <a:sym typeface="Garet Bold"/>
              </a:rPr>
              <a:t>HTML kodunun yazılması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49548" y="1596860"/>
            <a:ext cx="8494452" cy="2855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0319" indent="-250160" lvl="1">
              <a:lnSpc>
                <a:spcPts val="3244"/>
              </a:lnSpc>
              <a:buFont typeface="Arial"/>
              <a:buChar char="•"/>
            </a:pPr>
            <a:r>
              <a:rPr lang="en-US" sz="2317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html — sənədin əsas hissəsi</a:t>
            </a:r>
          </a:p>
          <a:p>
            <a:pPr algn="l" marL="500319" indent="-250160" lvl="1">
              <a:lnSpc>
                <a:spcPts val="3244"/>
              </a:lnSpc>
              <a:buFont typeface="Arial"/>
              <a:buChar char="•"/>
            </a:pPr>
            <a:r>
              <a:rPr lang="en-US" sz="2317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head — səhifə haqqında məlumatlar</a:t>
            </a:r>
          </a:p>
          <a:p>
            <a:pPr algn="l" marL="500319" indent="-250160" lvl="1">
              <a:lnSpc>
                <a:spcPts val="3244"/>
              </a:lnSpc>
              <a:buFont typeface="Arial"/>
              <a:buChar char="•"/>
            </a:pPr>
            <a:r>
              <a:rPr lang="en-US" sz="2317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title — brauzer tabında görünən başlıq</a:t>
            </a:r>
          </a:p>
          <a:p>
            <a:pPr algn="l" marL="500319" indent="-250160" lvl="1">
              <a:lnSpc>
                <a:spcPts val="3244"/>
              </a:lnSpc>
              <a:buFont typeface="Arial"/>
              <a:buChar char="•"/>
            </a:pPr>
            <a:r>
              <a:rPr lang="en-US" sz="2317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body — səhifənin görünən məzmunu</a:t>
            </a:r>
          </a:p>
          <a:p>
            <a:pPr algn="l" marL="500319" indent="-250160" lvl="1">
              <a:lnSpc>
                <a:spcPts val="3244"/>
              </a:lnSpc>
              <a:buFont typeface="Arial"/>
              <a:buChar char="•"/>
            </a:pPr>
            <a:r>
              <a:rPr lang="en-US" sz="2317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a — hiperkeçid</a:t>
            </a:r>
          </a:p>
          <a:p>
            <a:pPr algn="l" marL="500319" indent="-250160" lvl="1">
              <a:lnSpc>
                <a:spcPts val="3244"/>
              </a:lnSpc>
              <a:buFont typeface="Arial"/>
              <a:buChar char="•"/>
            </a:pPr>
            <a:r>
              <a:rPr lang="en-US" sz="2317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img — şəkil</a:t>
            </a:r>
          </a:p>
          <a:p>
            <a:pPr algn="l">
              <a:lnSpc>
                <a:spcPts val="3244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35258" t="-5555" r="-24931" b="-7243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015874" y="830098"/>
            <a:ext cx="1628775" cy="1628775"/>
          </a:xfrm>
          <a:custGeom>
            <a:avLst/>
            <a:gdLst/>
            <a:ahLst/>
            <a:cxnLst/>
            <a:rect r="r" b="b" t="t" l="l"/>
            <a:pathLst>
              <a:path h="1628775" w="1628775">
                <a:moveTo>
                  <a:pt x="0" y="0"/>
                </a:moveTo>
                <a:lnTo>
                  <a:pt x="1628775" y="0"/>
                </a:lnTo>
                <a:lnTo>
                  <a:pt x="162877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552500" y="7306913"/>
            <a:ext cx="555524" cy="558571"/>
          </a:xfrm>
          <a:custGeom>
            <a:avLst/>
            <a:gdLst/>
            <a:ahLst/>
            <a:cxnLst/>
            <a:rect r="r" b="b" t="t" l="l"/>
            <a:pathLst>
              <a:path h="558571" w="555524">
                <a:moveTo>
                  <a:pt x="555524" y="0"/>
                </a:moveTo>
                <a:lnTo>
                  <a:pt x="0" y="0"/>
                </a:lnTo>
                <a:lnTo>
                  <a:pt x="0" y="558571"/>
                </a:lnTo>
                <a:lnTo>
                  <a:pt x="555524" y="558571"/>
                </a:lnTo>
                <a:lnTo>
                  <a:pt x="5555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7105700" y="7306913"/>
            <a:ext cx="555524" cy="558571"/>
          </a:xfrm>
          <a:custGeom>
            <a:avLst/>
            <a:gdLst/>
            <a:ahLst/>
            <a:cxnLst/>
            <a:rect r="r" b="b" t="t" l="l"/>
            <a:pathLst>
              <a:path h="558571" w="555524">
                <a:moveTo>
                  <a:pt x="555523" y="0"/>
                </a:moveTo>
                <a:lnTo>
                  <a:pt x="0" y="0"/>
                </a:lnTo>
                <a:lnTo>
                  <a:pt x="0" y="558571"/>
                </a:lnTo>
                <a:lnTo>
                  <a:pt x="555523" y="558571"/>
                </a:lnTo>
                <a:lnTo>
                  <a:pt x="55552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6" id="6">
            <a:hlinkClick action="ppaction://media"/>
          </p:cNvPr>
          <p:cNvPicPr>
            <a:picLocks noChangeAspect="true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8">
                  <p14:trim st="0.0000" end="1723.3340"/>
                </p14:media>
              </p:ext>
            </p:extLst>
          </p:nvPr>
        </p:nvPicPr>
        <p:blipFill>
          <a:blip r:embed="rId6"/>
          <a:srcRect l="0" t="0" r="0" b="0"/>
          <a:stretch>
            <a:fillRect/>
          </a:stretch>
        </p:blipFill>
        <p:spPr>
          <a:xfrm flipH="false" flipV="false" rot="0">
            <a:off x="2423423" y="1362480"/>
            <a:ext cx="13441154" cy="7560649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268453" y="104619"/>
            <a:ext cx="14008151" cy="1257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67"/>
              </a:lnSpc>
              <a:spcBef>
                <a:spcPct val="0"/>
              </a:spcBef>
            </a:pPr>
            <a:r>
              <a:rPr lang="en-US" sz="7333" b="true">
                <a:solidFill>
                  <a:srgbClr val="F6E0F5"/>
                </a:solidFill>
                <a:latin typeface="Garet Bold"/>
                <a:ea typeface="Garet Bold"/>
                <a:cs typeface="Garet Bold"/>
                <a:sym typeface="Garet Bold"/>
              </a:rPr>
              <a:t>Hazır layihənin nəticəsi</a:t>
            </a:r>
          </a:p>
        </p:txBody>
      </p:sp>
      <p:sp>
        <p:nvSpPr>
          <p:cNvPr name="TextBox 8" id="8"/>
          <p:cNvSpPr txBox="true"/>
          <p:nvPr/>
        </p:nvSpPr>
        <p:spPr>
          <a:xfrm rot="5400000">
            <a:off x="16912965" y="5491807"/>
            <a:ext cx="1281112" cy="258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9"/>
              </a:lnSpc>
              <a:spcBef>
                <a:spcPct val="0"/>
              </a:spcBef>
            </a:pPr>
            <a:r>
              <a:rPr lang="en-US" sz="1449">
                <a:solidFill>
                  <a:srgbClr val="FEF0E1">
                    <a:alpha val="78824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page 07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56" t="0" r="-2479" b="-1848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015874" y="830098"/>
            <a:ext cx="1628775" cy="1628775"/>
          </a:xfrm>
          <a:custGeom>
            <a:avLst/>
            <a:gdLst/>
            <a:ahLst/>
            <a:cxnLst/>
            <a:rect r="r" b="b" t="t" l="l"/>
            <a:pathLst>
              <a:path h="1628775" w="1628775">
                <a:moveTo>
                  <a:pt x="0" y="0"/>
                </a:moveTo>
                <a:lnTo>
                  <a:pt x="1628775" y="0"/>
                </a:lnTo>
                <a:lnTo>
                  <a:pt x="162877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891511" y="-891511"/>
            <a:ext cx="4240473" cy="4240473"/>
          </a:xfrm>
          <a:custGeom>
            <a:avLst/>
            <a:gdLst/>
            <a:ahLst/>
            <a:cxnLst/>
            <a:rect r="r" b="b" t="t" l="l"/>
            <a:pathLst>
              <a:path h="4240473" w="4240473">
                <a:moveTo>
                  <a:pt x="0" y="0"/>
                </a:moveTo>
                <a:lnTo>
                  <a:pt x="4240472" y="0"/>
                </a:lnTo>
                <a:lnTo>
                  <a:pt x="4240472" y="4240472"/>
                </a:lnTo>
                <a:lnTo>
                  <a:pt x="0" y="42404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5400000">
            <a:off x="16912965" y="5491807"/>
            <a:ext cx="1281112" cy="258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9"/>
              </a:lnSpc>
              <a:spcBef>
                <a:spcPct val="0"/>
              </a:spcBef>
            </a:pPr>
            <a:r>
              <a:rPr lang="en-US" sz="1449">
                <a:solidFill>
                  <a:srgbClr val="FEF0E1">
                    <a:alpha val="78824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page 15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352603" y="3473393"/>
            <a:ext cx="13210198" cy="2623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20"/>
              </a:lnSpc>
              <a:spcBef>
                <a:spcPct val="0"/>
              </a:spcBef>
            </a:pPr>
            <a:r>
              <a:rPr lang="en-US" b="true" sz="7514">
                <a:solidFill>
                  <a:srgbClr val="F6E0F5"/>
                </a:solidFill>
                <a:latin typeface="Garet Bold"/>
                <a:ea typeface="Garet Bold"/>
                <a:cs typeface="Garet Bold"/>
                <a:sym typeface="Garet Bold"/>
              </a:rPr>
              <a:t>DIQQƏTINIZ ÜÇÜN TƏŞƏKKÜRLƏR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5691514" y="6933276"/>
            <a:ext cx="4240473" cy="4240473"/>
          </a:xfrm>
          <a:custGeom>
            <a:avLst/>
            <a:gdLst/>
            <a:ahLst/>
            <a:cxnLst/>
            <a:rect r="r" b="b" t="t" l="l"/>
            <a:pathLst>
              <a:path h="4240473" w="4240473">
                <a:moveTo>
                  <a:pt x="0" y="0"/>
                </a:moveTo>
                <a:lnTo>
                  <a:pt x="4240472" y="0"/>
                </a:lnTo>
                <a:lnTo>
                  <a:pt x="4240472" y="4240473"/>
                </a:lnTo>
                <a:lnTo>
                  <a:pt x="0" y="42404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DAHYeb7BrDw</dc:identifier>
  <dcterms:modified xsi:type="dcterms:W3CDTF">2011-08-01T06:04:30Z</dcterms:modified>
  <cp:revision>1</cp:revision>
  <dc:title>Purple Pink Gradient Modern Metaverse Presentation</dc:title>
</cp:coreProperties>
</file>